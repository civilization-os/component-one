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package does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public PPT facade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PPTX output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Slidev/web slide artifacts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Silent engine fallback when needed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fits component-one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obvious package for one capability category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Preset registry stays shared</a:t>
            </a:r>
            <a:endParaRPr lang="en-US" sz="1800" dirty="0"/>
          </a:p>
          <a:p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details stay behind the facade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civilization-os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 One PPT Demo</dc:title>
  <dc:subject>Component One PPT Demo</dc:subject>
  <dc:creator>Codex</dc:creator>
  <cp:lastModifiedBy>Codex</cp:lastModifiedBy>
  <cp:revision>1</cp:revision>
  <dcterms:created xsi:type="dcterms:W3CDTF">2026-05-29T17:14:31Z</dcterms:created>
  <dcterms:modified xsi:type="dcterms:W3CDTF">2026-05-29T17:14:31Z</dcterms:modified>
</cp:coreProperties>
</file>